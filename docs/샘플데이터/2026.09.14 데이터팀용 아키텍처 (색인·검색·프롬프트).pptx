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데이터는 어떻게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검색되고 프롬프트에 들어가나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데이터팀 설명용 · rules · errors · patterns · words 의 열 기준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영어 · 내 문장 고쳐주기 튜터  |  2026-09-14  |  기준 코드 커밋 d7877da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어떤 열이 색인(벡터)이 되나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= 문장을 숫자(벡터)로 바꿔 두고 '닮은 것'을 찾는 저장소. 노란 카드의 굵은 열만 색인에 들어간다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73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rules.jsonl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type · unit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</a:t>
            </a:r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short · examples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wrong_example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587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errors.jsonl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unit · rule_id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correct · target · fix · distractors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502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patterns.csv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level · unit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</a:t>
            </a:r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meaning · tip · rule_id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416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words.csv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level · unit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</a:t>
            </a:r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meaning · 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5330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units.csv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623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· unit · title · mission · hint_words · rule_ids  (색인 안 함 → 프롬프트 미션·힌트)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4846320" cy="960120"/>
          </a:xfrm>
          <a:prstGeom prst="roundRect">
            <a:avLst>
              <a:gd name="adj" fmla="val 11429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170992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rules  (100건)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21031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= rules.text  (규칙 설명문 그대로)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 = /fix 규칙 설명문 검색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2743200"/>
            <a:ext cx="4846320" cy="960120"/>
          </a:xfrm>
          <a:prstGeom prst="roundRect">
            <a:avLst>
              <a:gd name="adj" fmla="val 11429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1152" y="285292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examples  (500건)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32461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= errors.error 400 + rules.wrong_example 100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 = /fix '닮은 틀린 문장' → 규칙 후보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3886200"/>
            <a:ext cx="4846320" cy="960120"/>
          </a:xfrm>
          <a:prstGeom prst="roundRect">
            <a:avLst>
              <a:gd name="adj" fmla="val 11429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31152" y="399592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textbook  (877건)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43891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= patterns.text 477 + 'word — example' 400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 = /fix 교과서 표현 힌트 · /ask 교과서 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5029200"/>
            <a:ext cx="4846320" cy="960120"/>
          </a:xfrm>
          <a:prstGeom prst="roundRect">
            <a:avLst>
              <a:gd name="adj" fmla="val 11429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31152" y="513892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rulealias  (500건)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55321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= rules.type · short · 'type가 뭐예요?' 등 5개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 = /ask 문법 용어 질문 → 규칙 문서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1984248"/>
            <a:ext cx="1371600" cy="91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1984248"/>
            <a:ext cx="1371600" cy="1234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94960" y="1984248"/>
            <a:ext cx="1371600" cy="3520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94960" y="2898648"/>
            <a:ext cx="137160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94960" y="3813048"/>
            <a:ext cx="137160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5394960" y="4361688"/>
            <a:ext cx="1371600" cy="3657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faq (520건) = faq.question · variants 를 '질문 — 답'으로. /ask 전용, /fix 에는 안 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/fix 가 하는 일 — 학생 문장 하나가 답이 되기까지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임베딩은 한 번, 검색은 세 번, 모델은 후보 안에서만 고른다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문장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go bus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76272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938528"/>
            <a:ext cx="384048" cy="38404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→ 벡터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번만)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03904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3632" y="193852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52544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3개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설명문 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틀린 예문 10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교과서 문장 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31536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93852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4126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80176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5개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예문·설명 번갈아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유닛 규칙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공통 규칙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59168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1938528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68896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87184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설명문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닮은 실수→고침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교과서 표현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미션·힌트 단어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0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AF1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96528" y="1938528"/>
            <a:ext cx="384048" cy="38404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965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14816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고르기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고치기 · 말투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314432" y="1828800"/>
            <a:ext cx="1481328" cy="2377440"/>
          </a:xfrm>
          <a:prstGeom prst="roundRect">
            <a:avLst>
              <a:gd name="adj" fmla="val 740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193852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241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863072" y="193852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후검사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442448" y="2423160"/>
            <a:ext cx="1225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= rules.text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닮은 실수 = errors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단어 = words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JSON = rule_id · wrong → fix · fixed · why  →  화면 카드 (규칙 칩 · 고친 문장 · 📖 교과서 문장 · 🙋 닮은 실수 · ✏️ 새 단어)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7F7F7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" y="5184648"/>
            <a:ext cx="10735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(gemini, 120문장 = 규칙당 1 + 정상 20)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" y="5577840"/>
            <a:ext cx="1073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있음 81/100 · 검색 없음(규칙 100개 통째로) 89/100 · 정상 문장은 둘 다 20/20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있음이 틀린 19건 중 18건은 정답 규칙이 후보에 있었고, 16건은 거의 같은 errors 문장이 검색 1위였는데 프롬프트에 안 보여 줘서 모델이 넘김 → 5번 '닮은 실수' 줄 추가, 재측정 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후보 5개는 두 검색을 번갈아 합친다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예문 검색이 더 잘 맞지만(hit@3 90%), 설명문 검색만 잡는 것도 있어서(78%) 둘을 합치면 91%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0992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틀린 예문 검색 (errors.error)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32369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 R-45  You close the window, please.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  R-01  I sorry.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  R-78  What time it is, please?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4위  R-24  …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5위  R-33  …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7992" y="170992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규칙 설명문 검색 (rules.text)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103120"/>
            <a:ext cx="323697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 R-45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  R-94  Can I have ~, please?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  R-01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4위  R-24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5위  R-12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7099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합친 후보 5개 (같은 규칙은 한 번)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103120"/>
            <a:ext cx="31455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예문1  R-45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설명1  R-94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예문2  R-01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설명2  (R-45 중복 → 건너뜀) R-24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예문3  R-78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유닛 규칙(units.rule_ids)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공통 규칙(rules.unit = ALL)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실제로 들어가는 후보 줄 (학생 "You close the door, please.")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[R-45] 교실 명령문(Open/Close):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지시하거나 부탁할 때는 주어 없이 동사원형으로 시작해요. … 틀린 예: You open your book.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닮은 실수: You close the window, please. → Close the window, please.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[R-01] 형용사+be동사: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형용사 앞에는 반드시 be동사가 와야 해요. … 틀린 예: I sorry.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닮은 실수: I sorry. → I am sorry.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열 하나하나 — rules.jsonl · errors.jsonl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= 닮은 것 찾기용 · 프롬프트 = 모델에게 글로 · 화면 = 답을 만든 뒤 아이에게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03120"/>
                <a:gridCol w="237744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· 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(/fix)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후검사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데이터팀이 신경 쓸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rules.text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줄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"왜 그래요?" 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중요. '틀린 예:' 문장 포함, 초등학생 말로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rules.type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줄 앞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문법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rules.short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한 줄 구호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"한 명 This is, 여럿 These are"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rules.examples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예문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문서에서 답 재료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rules.wrong_example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errors.error 와 같은 색인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errors.error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"닮은 실수: error"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🙋 타일 · 연습 문제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rule_id 답게 틀린 문장. 같은 틀 반복은 손해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errors.correct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"→ correct"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 에서 target→fix 한 것과 같아야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errors.rule_id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후보를 정하는 열쇠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정답 라벨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errors.target · fix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밑줄 · 연습 정답 · 허용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 은 error 안에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errors.distractors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연습 보기 3개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넣어서 맞는 문장이 되면 안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 (둘 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오답노트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바꾸면 안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열 하나하나 — patterns · words · units · faq · eval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2651760"/>
                <a:gridCol w="237744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· 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(/fix)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후검사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데이터팀이 신경 쓸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patterns.text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교과서 표현 힌트 (뚜렷할 때만)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익히기 · TTS · 📖 타일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아이가 따라 말할 자연스러운 문장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patterns.meaning · tip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힌트 괄호 안 (meaning)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익히기 뜻 · 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tip 은 rules.short 와 같은 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patterns.rule_id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힌트 패턴의 규칙이 후보에 없으면 추가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뚜렷할 때만, 애매하면 빈칸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patterns.level · unit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학년 이하만 검색 · 유닛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words.word + example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카드 · TTS · '배운 말' 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문서 "bus — I go by bus."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words.meaning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메타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뜻 · /ask 단어 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units.mission · hint_words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"오늘의 미션" · "힌트 단어"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미션 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미션 확인에 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units.rule_ids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유닛 규칙 = 항상 후보에 추가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faq.question · variants · answer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'질문 — 답'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(/ask) FAQ 답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 추천 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/fix 에는 안 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eval.text · expected_rule_id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평가 시험지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errors 와 같은 문장은 점수를 부풀림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/ask (챗봇) 는 같은 색인을 순서대로 본다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 는 답을 그대로 돌려주는 빠른 길. 그 밖의 답은 규칙·교과서 문서를 찾아 모델이 짓는다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AF1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 의도 가르기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인사·감사·감정은 고정 문구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예문/왜요"는 직전 규칙으로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질문만 아래로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743200"/>
            <a:ext cx="1371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73736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faq 검색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'질문 — 답' 520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≥ 0.85 → FAQ 답 그대로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2743200"/>
            <a:ext cx="1371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73736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550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규칙 별칭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rules.type · short · 'X가 뭐예요?'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≥ 0.86 → 규칙 문서(text·examples)로 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2743200"/>
            <a:ext cx="1371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173736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4F0EA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1578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교과서 검색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15784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patterns · words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≥ 0.80 + 지금 유닛 자료 10개 → 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72600" y="2743200"/>
            <a:ext cx="1371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09760" y="173736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4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606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거절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2304288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교과서에서 배우는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 아니에요"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(9/14 저녁)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"과거시제가 뭐예요?"  FAQ 0.827 (미달) · 규칙 별칭 R-31 0.927 ✓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용어 질문 12개 중 11개가 별칭 1위 정답, 용어 아닌 질문은 0.79~0.845 라 문턱 0.86 으로 갈림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질문 유형이 안 잡히면 FAQ 줄을 늘리기보다 "어느 문서에 답이 있는데 왜 못 찾았나"를 본다 — 지식은 문서에, 답은 모델이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데이터팀이 지켜 주면 바로 서비스에 들어가는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rules.text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46304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본문이자 아이가 읽는 설명. "틀린 예: …" 문장을 꼭 넣고 초등학생 말로.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8775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505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errors.error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5059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rule_id 답게 틀린 문장. target 은 error 안에 그대로, target→fix 하면 correct. 같은 종류 고침이 규칙당 2행 이상.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575304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381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errors.distractors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43814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오답 3개. 넣어서 맞는 문장이 되면 안 됨 (the sandwich, much water 처럼).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562856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42569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patterns.text · words.example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425696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따라 말할 자연스러운 문장. 둘 다 색인과 '배운 말' 판정에 들어간다. rule_id 는 뚜렷할 때만.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55040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4132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541324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바꾸지 않는다. 데이터를 바꾸면 색인은 개발팀이 다시 만든다 (python -m backend.textbook --rebuild).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표와 그림: docs/샘플데이터/2026.09.14 데이터팀용 아키텍처 (색인·검색·프롬프트).md · 현재본 엑셀: 2026.09.14 골든데이터 (data-golden 현재본).xlsx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데이터팀용 아키텍처</dc:title>
  <dc:subject>PptxGenJS Presentation</dc:subject>
  <dc:creator>PptxGenJS</dc:creator>
  <cp:lastModifiedBy>PptxGenJS</cp:lastModifiedBy>
  <cp:revision>1</cp:revision>
  <dcterms:created xsi:type="dcterms:W3CDTF">2026-09-14T14:16:48Z</dcterms:created>
  <dcterms:modified xsi:type="dcterms:W3CDTF">2026-09-14T14:16:48Z</dcterms:modified>
</cp:coreProperties>
</file>